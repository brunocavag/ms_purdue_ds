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2"/>
  </p:normalViewPr>
  <p:slideViewPr>
    <p:cSldViewPr snapToGrid="0" snapToObjects="1">
      <p:cViewPr varScale="1">
        <p:scale>
          <a:sx n="125" d="100"/>
          <a:sy n="125" d="100"/>
        </p:scale>
        <p:origin x="1264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Capstone 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Team Name: [Your Team Name]</a:t>
            </a:r>
          </a:p>
          <a:p>
            <a:r>
              <a:t>Team Members: [List Names and Roles]</a:t>
            </a:r>
          </a:p>
          <a:p>
            <a:r>
              <a:t>Dataset Selected: [e.g., Global Temperature Data]</a:t>
            </a:r>
          </a:p>
          <a:p>
            <a:r>
              <a:t>Course: OMSDS 506 | Date: [MM/DD/YYYY]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 &amp; Hypothesis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Question: *[Clearly stated question here]*</a:t>
            </a:r>
          </a:p>
          <a:p>
            <a:r>
              <a:t>Hypothesis: *[Directional or non-directional hypothesis]*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Mean: [Value]</a:t>
            </a:r>
          </a:p>
          <a:p>
            <a:r>
              <a:t>Median: [Value]</a:t>
            </a:r>
          </a:p>
          <a:p>
            <a:r>
              <a:t>Min: [Value]</a:t>
            </a:r>
          </a:p>
          <a:p>
            <a:r>
              <a:t>Max: [Value]</a:t>
            </a:r>
          </a:p>
          <a:p>
            <a:r>
              <a:t>Trend Over Time: [e.g., 15% increase over 10 years]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 1: [Line Chart Description]</a:t>
            </a:r>
          </a:p>
          <a:p>
            <a:r>
              <a:t>Figure 2: [Bar Graph Description]</a:t>
            </a:r>
          </a:p>
          <a:p>
            <a:r>
              <a:t>Each visual should include a short caption interpreting results.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Was the hypothesis supported? [Yes/No]</a:t>
            </a:r>
          </a:p>
          <a:p>
            <a:r>
              <a:t>Key Findings: [List 2–3 insights]</a:t>
            </a:r>
          </a:p>
          <a:p>
            <a:r>
              <a:t>Limitations: [Briefly mention any data or analysis limitations]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Experience with BigQuery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learned about querying data with BigQuery.</a:t>
            </a:r>
          </a:p>
          <a:p>
            <a:r>
              <a:t>Challenges faced and how they were addressed.</a:t>
            </a:r>
          </a:p>
          <a:p>
            <a:r>
              <a:t>Advice for future API users.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192</Words>
  <Application>Microsoft Macintosh PowerPoint</Application>
  <PresentationFormat>On-screen Show (4:3)</PresentationFormat>
  <Paragraphs>26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Capstone Project Overview</vt:lpstr>
      <vt:lpstr>Research Question &amp; Hypothesis</vt:lpstr>
      <vt:lpstr>Summary Statistics</vt:lpstr>
      <vt:lpstr>Data Visualizations</vt:lpstr>
      <vt:lpstr>Interpretation &amp; Insights</vt:lpstr>
      <vt:lpstr>Experience with BigQuery API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Manuel Cavagnaro Olcese</cp:lastModifiedBy>
  <cp:revision>1</cp:revision>
  <dcterms:created xsi:type="dcterms:W3CDTF">2013-01-27T09:14:16Z</dcterms:created>
  <dcterms:modified xsi:type="dcterms:W3CDTF">2026-01-14T04:34:28Z</dcterms:modified>
  <cp:category/>
</cp:coreProperties>
</file>